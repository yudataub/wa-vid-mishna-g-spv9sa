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7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648AFD7-D51E-234A-ED14-70A4682D1D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0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25CD3858-497B-ECC4-827E-CC7681915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52400"/>
            <a:ext cx="15919450" cy="8885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221F83A-FA31-295A-C679-C825D3753C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0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מותאם אישית</PresentationFormat>
  <Paragraphs>0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בנימין בוסקילה</cp:lastModifiedBy>
  <cp:revision>3</cp:revision>
  <dcterms:created xsi:type="dcterms:W3CDTF">2006-08-16T00:00:00Z</dcterms:created>
  <dcterms:modified xsi:type="dcterms:W3CDTF">2026-10-25T07:18:12Z</dcterms:modified>
</cp:coreProperties>
</file>